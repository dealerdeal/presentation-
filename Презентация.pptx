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10/31/2022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microsoft.com/office/2007/relationships/hdphoto" Target="../media/hdphoto1.wdp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10/31/2022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17228-6D51-1B02-42A3-971530D25D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82FB8A-529C-0D9A-2C20-2230E40A8B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635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9D84A-618F-71ED-179D-497A2FE0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Сводка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7A7E1-78F1-8BC9-9A98-CD597D8B8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22576"/>
            <a:ext cx="10058400" cy="4050792"/>
          </a:xfrm>
        </p:spPr>
        <p:txBody>
          <a:bodyPr/>
          <a:lstStyle/>
          <a:p>
            <a:r>
              <a:rPr lang="ru-RU" b="0" i="0">
                <a:effectLst/>
                <a:latin typeface="Google Sans"/>
              </a:rPr>
              <a:t>АБСОЛЮТИ́ЗМ</a:t>
            </a:r>
            <a:r>
              <a:rPr lang="ru-RU" dirty="0">
                <a:latin typeface="Roboto" panose="02000000000000000000" pitchFamily="2" charset="0"/>
              </a:rPr>
              <a:t>(</a:t>
            </a:r>
            <a:r>
              <a:rPr lang="ru-RU" b="0" i="0">
                <a:effectLst/>
                <a:latin typeface="Roboto" panose="02000000000000000000" pitchFamily="2" charset="0"/>
              </a:rPr>
              <a:t>Форма </a:t>
            </a:r>
            <a:r>
              <a:rPr lang="ru-RU" b="0" i="0" dirty="0">
                <a:effectLst/>
                <a:latin typeface="Roboto" panose="02000000000000000000" pitchFamily="2" charset="0"/>
              </a:rPr>
              <a:t>правления, при к-рой верховная власть целиком принадлежит самодержавному монарху, </a:t>
            </a:r>
            <a:r>
              <a:rPr lang="ru-RU" b="0" i="0">
                <a:effectLst/>
                <a:latin typeface="Roboto" panose="02000000000000000000" pitchFamily="2" charset="0"/>
              </a:rPr>
              <a:t>неограниченная монархия).</a:t>
            </a:r>
            <a:endParaRPr lang="ru-RU" b="0" i="0" dirty="0">
              <a:solidFill>
                <a:srgbClr val="BDC1C6"/>
              </a:solidFill>
              <a:effectLst/>
              <a:latin typeface="Roboto" panose="02000000000000000000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65400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2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Дерево</vt:lpstr>
      <vt:lpstr>Презентация PowerPoint</vt:lpstr>
      <vt:lpstr>Сводка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Ярослав Павлов</dc:creator>
  <cp:lastModifiedBy>Ярослав Павлов</cp:lastModifiedBy>
  <cp:revision>1</cp:revision>
  <dcterms:created xsi:type="dcterms:W3CDTF">2022-10-30T17:43:37Z</dcterms:created>
  <dcterms:modified xsi:type="dcterms:W3CDTF">2022-10-30T17:46:26Z</dcterms:modified>
</cp:coreProperties>
</file>